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SpaceX Falcon 9 First Stage Landing Prediction</a:t>
            </a:r>
          </a:p>
          <a:p>
            <a:pPr>
              <a:spcBef>
                <a:spcPts val="1400"/>
              </a:spcBef>
              <a:defRPr sz="2000">
                <a:solidFill>
                  <a:srgbClr val="48CAE4"/>
                </a:solidFill>
              </a:defRPr>
            </a:pPr>
            <a:r>
              <a:t>IBM Applied Data Science Capstone Project  |  End-to-End Machine Learning Pipeline</a:t>
            </a:r>
          </a:p>
          <a:p>
            <a:pPr>
              <a:spcBef>
                <a:spcPts val="3000"/>
              </a:spcBef>
              <a:defRPr sz="1400">
                <a:solidFill>
                  <a:srgbClr val="E0E1DD"/>
                </a:solidFill>
              </a:defRPr>
            </a:pPr>
            <a:r>
              <a:t>Candidate: Shravani D  |  Official Repository: https://github.com/shravanid307/spacex-capstone.git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FFFFFF"/>
                </a:solidFill>
              </a:defRPr>
            </a:pPr>
            <a:r>
              <a:t>Executive Summary: Methods &amp; Key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0972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ADE8F4"/>
                </a:solidFill>
              </a:defRPr>
            </a:pPr>
            <a:r>
              <a:t>Rubric 1.3</a:t>
            </a:r>
            <a:br/>
            <a:r>
              <a:t>https://github.com/shravanid307/spacex-capstone.git</a:t>
            </a:r>
          </a:p>
        </p:txBody>
      </p:sp>
      <p:pic>
        <p:nvPicPr>
          <p:cNvPr id="6" name="Picture 5" descr="executive_summary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46455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FFFFFF"/>
                </a:solidFill>
              </a:defRPr>
            </a:pPr>
            <a:r>
              <a:t>Introduction &amp; Business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0972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ADE8F4"/>
                </a:solidFill>
              </a:defRPr>
            </a:pPr>
            <a:r>
              <a:t>Rubric 1.4</a:t>
            </a:r>
            <a:br/>
            <a:r>
              <a:t>https://github.com/shravanid307/spacex-capstone.git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FFFFFF"/>
                </a:solidFill>
              </a:defRPr>
            </a:pPr>
            <a:r>
              <a:t>Data Collection Methodology: SpaceX 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0972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ADE8F4"/>
                </a:solidFill>
              </a:defRPr>
            </a:pPr>
            <a:r>
              <a:t>Rubric 1.5</a:t>
            </a:r>
            <a:br/>
            <a:r>
              <a:t>https://github.com/shravanid307/spacex-capstone.git</a:t>
            </a:r>
          </a:p>
        </p:txBody>
      </p:sp>
      <p:pic>
        <p:nvPicPr>
          <p:cNvPr id="6" name="Picture 5" descr="data_pipeline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38828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FFFFFF"/>
                </a:solidFill>
              </a:defRPr>
            </a:pPr>
            <a:r>
              <a:t>Data Collection Methodology: Web Scraping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0972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ADE8F4"/>
                </a:solidFill>
              </a:defRPr>
            </a:pPr>
            <a:r>
              <a:t>Rubric 1.6</a:t>
            </a:r>
            <a:br/>
            <a:r>
              <a:t>https://github.com/shravanid307/spacex-capstone.git</a:t>
            </a:r>
          </a:p>
        </p:txBody>
      </p:sp>
      <p:pic>
        <p:nvPicPr>
          <p:cNvPr id="6" name="Picture 5" descr="scraping_pipeline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38806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FFFFFF"/>
                </a:solidFill>
              </a:defRPr>
            </a:pPr>
            <a:r>
              <a:t>Data Wrangling Methodology: Cleaning &amp; Encoding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0972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ADE8F4"/>
                </a:solidFill>
              </a:defRPr>
            </a:pPr>
            <a:r>
              <a:t>Rubric 1.7</a:t>
            </a:r>
            <a:br/>
            <a:r>
              <a:t>https://github.com/shravanid307/spacex-capstone.git</a:t>
            </a:r>
          </a:p>
        </p:txBody>
      </p:sp>
      <p:pic>
        <p:nvPicPr>
          <p:cNvPr id="6" name="Picture 5" descr="wranglin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38839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FFFFFF"/>
                </a:solidFill>
              </a:defRPr>
            </a:pPr>
            <a:r>
              <a:t>EDA with Data Visualization: Chart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0972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ADE8F4"/>
                </a:solidFill>
              </a:defRPr>
            </a:pPr>
            <a:r>
              <a:t>Rubric 1.8</a:t>
            </a:r>
            <a:br/>
            <a:r>
              <a:t>https://github.com/shravanid307/spacex-capstone.git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FFFFFF"/>
                </a:solidFill>
              </a:defRPr>
            </a:pPr>
            <a:r>
              <a:t>EDA Results: Flight Number &amp; Payload vs. Launch 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0972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ADE8F4"/>
                </a:solidFill>
              </a:defRPr>
            </a:pPr>
            <a:r>
              <a:t>Rubric 1.11</a:t>
            </a:r>
            <a:br/>
            <a:r>
              <a:t>https://github.com/shravanid307/spacex-capstone.git</a:t>
            </a:r>
          </a:p>
        </p:txBody>
      </p:sp>
      <p:pic>
        <p:nvPicPr>
          <p:cNvPr id="6" name="Picture 5" descr="launch_site_vs_flight_nu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46455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FFFFFF"/>
                </a:solidFill>
              </a:defRPr>
            </a:pPr>
            <a:r>
              <a:t>EDA Results: Orbit Success Rates &amp; Yearly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0972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ADE8F4"/>
                </a:solidFill>
              </a:defRPr>
            </a:pPr>
            <a:r>
              <a:t>Rubric 1.11</a:t>
            </a:r>
            <a:br/>
            <a:r>
              <a:t>https://github.com/shravanid307/spacex-capstone.git</a:t>
            </a:r>
          </a:p>
        </p:txBody>
      </p:sp>
      <p:pic>
        <p:nvPicPr>
          <p:cNvPr id="6" name="Picture 5" descr="success_rate_by_orb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46455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FFFFFF"/>
                </a:solidFill>
              </a:defRPr>
            </a:pPr>
            <a:r>
              <a:t>EDA with SQL: Structured Query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0972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ADE8F4"/>
                </a:solidFill>
              </a:defRPr>
            </a:pPr>
            <a:r>
              <a:t>Rubric 1.9</a:t>
            </a:r>
            <a:br/>
            <a:r>
              <a:t>https://github.com/shravanid307/spacex-capstone.git</a:t>
            </a:r>
          </a:p>
        </p:txBody>
      </p:sp>
      <p:pic>
        <p:nvPicPr>
          <p:cNvPr id="6" name="Picture 5" descr="sql_summar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50172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FFFFFF"/>
                </a:solidFill>
              </a:defRPr>
            </a:pPr>
            <a:r>
              <a:t>EDA with SQL Results: Launch Sites, Payloads &amp; Rankings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0972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ADE8F4"/>
                </a:solidFill>
              </a:defRPr>
            </a:pPr>
            <a:r>
              <a:t>Rubric 1.12</a:t>
            </a:r>
            <a:br/>
            <a:r>
              <a:t>https://github.com/shravanid307/spacex-capstone.git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FFFFFF"/>
                </a:solidFill>
              </a:defRPr>
            </a:pPr>
            <a:r>
              <a:t>Interactive Visual Analytics: Folium Geospatial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0972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ADE8F4"/>
                </a:solidFill>
              </a:defRPr>
            </a:pPr>
            <a:r>
              <a:t>Rubric 1.10 &amp; 1.13</a:t>
            </a:r>
            <a:br/>
            <a:r>
              <a:t>https://github.com/shravanid307/spacex-capstone.git</a:t>
            </a:r>
          </a:p>
        </p:txBody>
      </p:sp>
      <p:pic>
        <p:nvPicPr>
          <p:cNvPr id="6" name="Picture 5" descr="folium_map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46455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FFFFFF"/>
                </a:solidFill>
              </a:defRPr>
            </a:pPr>
            <a:r>
              <a:t>Interactive Visual Analytics: Plotly Dash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0972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ADE8F4"/>
                </a:solidFill>
              </a:defRPr>
            </a:pPr>
            <a:r>
              <a:t>Rubric 1.10 &amp; 1.14</a:t>
            </a:r>
            <a:br/>
            <a:r>
              <a:t>https://github.com/shravanid307/spacex-capstone.git</a:t>
            </a:r>
          </a:p>
        </p:txBody>
      </p:sp>
      <p:pic>
        <p:nvPicPr>
          <p:cNvPr id="6" name="Picture 5" descr="dash_app_pi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810058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FFFFFF"/>
                </a:solidFill>
              </a:defRPr>
            </a:pPr>
            <a:r>
              <a:t>Predictive Analysis: Machine Learning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0972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ADE8F4"/>
                </a:solidFill>
              </a:defRPr>
            </a:pPr>
            <a:r>
              <a:t>Rubric 1.15</a:t>
            </a:r>
            <a:br/>
            <a:r>
              <a:t>https://github.com/shravanid307/spacex-capstone.git</a:t>
            </a:r>
          </a:p>
        </p:txBody>
      </p:sp>
      <p:pic>
        <p:nvPicPr>
          <p:cNvPr id="6" name="Picture 5" descr="model_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50740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FFFFFF"/>
                </a:solidFill>
              </a:defRPr>
            </a:pPr>
            <a:r>
              <a:t>Predictive Analysis: Confusion Matrices &amp;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0972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ADE8F4"/>
                </a:solidFill>
              </a:defRPr>
            </a:pPr>
            <a:r>
              <a:t>Rubric 1.15</a:t>
            </a:r>
            <a:br/>
            <a:r>
              <a:t>https://github.com/shravanid307/spacex-capstone.git</a:t>
            </a:r>
          </a:p>
        </p:txBody>
      </p:sp>
      <p:pic>
        <p:nvPicPr>
          <p:cNvPr id="6" name="Picture 5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781147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FFFFFF"/>
                </a:solidFill>
              </a:defRPr>
            </a:pPr>
            <a:r>
              <a:t>Best Model Selection &amp; Innovative Business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0972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ADE8F4"/>
                </a:solidFill>
              </a:defRPr>
            </a:pPr>
            <a:r>
              <a:t>Rubric 1.15</a:t>
            </a:r>
            <a:br/>
            <a:r>
              <a:t>https://github.com/shravanid307/spacex-capstone.git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FFFFFF"/>
                </a:solidFill>
              </a:defRPr>
            </a:pPr>
            <a:r>
              <a:t>Conclusion &amp; Capstone Verification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0972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ADE8F4"/>
                </a:solidFill>
              </a:defRPr>
            </a:pPr>
            <a:r>
              <a:t>Submission Summary</a:t>
            </a:r>
            <a:br/>
            <a:r>
              <a:t>https://github.com/shravanid307/spacex-capstone.git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